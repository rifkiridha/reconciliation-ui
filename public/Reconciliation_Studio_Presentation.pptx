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presenting Reconciliation Studio, a dynamic data reconciliation and job orchestration platform designed to automate transaction matching, financial settlement verification, and inventory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articulate the core pain points: data silos, manual matching errors, slow onboarding of new reconciliation modules, and lack of detailed audit trails.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Reconciliation Studio covers the full lifecycle: from database definition, template-driven module creation, to deterministic rule execution, job orchestration, and detailed side-by-side compliance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clearly distinguishes between what is implemented and verified operational versus simulated features and future roadmap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follows a modular, decoupled pattern: React SPA frontend, Express REST API, a pure TypeScript deterministic reconciliation engine, and SQLite WASM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showcases how DEMO_OPERATIONS_DB, DEMO_RECORDS_DB, and RECONCILIATION_DB are organized with physical table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Template-based provisioning allows non-technical users to onboard new business reconciliation modules in seconds without writing SQL or backend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walks through the 10 sequential execution steps of the reconciliation algorithm, emphasizing duplicate isolation and 1:1 matching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reconciliation result is assigned a deterministic status code. Here we document all 8 supported classification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Jobs manage execution state, enforce concurrency safety, collect structured step logs, and track execution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the exact test dataset used for the verified Coffee Shop Sales module, displaying corresponding source and target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verified outcomes produced by the deterministic reconciliation engine. Every category is accounted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10-step guided tour demonstrates how any user can operate the platform from start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Summarizes technical strengths: metadata-driven flexibility, 100% deterministic rules, zero-dependency preview execution, and direct migration path to Cloud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Transparently explains simulation vs production differences: container storage, scheduler durability, and scale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slide. Thank the audience and open the floor for technical questions regarding the architecture, engine, or schema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28800"/>
            <a:ext cx="13716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Data Reconciliation &amp; Job Management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• Deterministic Rule Engine • Template Provisioning • Audit Integrity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5120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Audience: Solution Architects, Developers, Technical Leads, QA &amp;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October 2026 | Simulation Environment: SQLite WASM Embedded Engine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 Multi-Source Enterprise Data Reconciliation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reconciliation workflows rely on manual spreadsheets, rigid SQL scripts, or opaque black-box tools with little transparency and significant operational overhead.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1206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Siloed Heterogeneous Databases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systems (POS, ERP, Web) and settlement ledgers (Gateways, Bank Statements) live in isolated databases with differing schemas.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51206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Manual &amp; Error-Prone Matching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VLOOKUPs and ad-hoc scripts fail to detect ambiguous duplicates, cut-off date shifts, or currency precision discrepancies.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Lack of Dynamic Scalability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a new reconciliation module historically required writing new backend services, schema migrations, and custom cron scripts.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114800"/>
            <a:ext cx="512064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Opaque Auditing &amp; Investigation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teams lack side-by-side visibility to understand exactly why a transaction failed, mismatched, or remained unmatched.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Dynamic Reconciliation Lifecycle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logical databases, define dynamic physical tables, and import CSV or operational records.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2011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90672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Templates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34747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provision modules: auto-generate source/target tables, matching configs, and jobs.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4064" y="1828800"/>
            <a:ext cx="2011680" cy="411480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694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944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66944" y="34747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1:1 matching, exact keys, tolerance bounds, duplicate guards, and status mapping.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0336" y="1828800"/>
            <a:ext cx="2011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43216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Orchestration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43216" y="34747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pipeline DAGs, configure retry limits, timeout thresholds, and scheduled triggers.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36608" y="1828800"/>
            <a:ext cx="20116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1948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19488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Compliance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19488" y="347472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side-by-side transaction differences, review execution step logs, and export CSV reports.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Capabilities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Features vs Production 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  <a:gridCol w="228600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Implemented Capabilities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/ Engine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Manager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Hierarchical DB tree, physical table inspector, CSV import/export, read-only SQL query runner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WASM (sql.js) / Physical Tables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Table Designer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No-code DDL generator: UUID, VARCHAR, DECIMAL, DATE, PK, Unique, Nullable constraints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Identifier Validation &amp; Real DDL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Templates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One-click auto-provisioning: generates source &amp; target tables, matching rules, job, &amp; sample data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 Business Template Factory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Engine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 matching, duplicate candidate isolation, absolute tolerance, cut-off date checks, status 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In-Engine Deterministic Algorithm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Orchestration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 pipeline steps, dependency verification, concurrency lock, execution retry limit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 Orchestrator &amp; Run Now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Side-by-Side Results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Interactive row comparison: Source vs Target side-by-side, highlight differences, CSV export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Consolidated Result Catalog &amp; CSV Exporter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Operational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Scheduler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 expression editor, timezone selection, ad-hoc execution trigger, simulation mode notice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Preview Best-Effort Scheduler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Preview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SQL / Auth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PostgreSQL connector, multi-tenant RBAC, enterprise durable worker queues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SQL / OAuth / Cloud Tasks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Architecture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Full-Stack Enterprise Stack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987552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83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 (React 19 + TypeScript + Tailwind CSS)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Dashboard, Interactive Data Explorer, Visual DAG Pipeline Designer, Side-by-Side Results Modal, Markdown Doc Viewer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987552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26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Orchestration Layer (Express + Node.js + TypeScript)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 (/api/databases, /api/tables, /api/modules, /api/jobs, /api/reconciliation-results), Request Validation (Zod)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931920"/>
            <a:ext cx="9875520" cy="960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069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Layer (Deterministic Reconciliation &amp; Workflow)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44348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One-to-One Matcher, Key Normalizer, Ambiguous Duplicate Detector, Tolerance Evaluator, Concurrency Lock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5074920"/>
            <a:ext cx="987552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521208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Storage Layer (SQLite WASM Embedded Simulator)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557784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Tables (tbl_&lt;DB&gt;_&lt;table&gt;), System Metadata Catalog (_rms_databases, _rms_tables, _rms_modules, _rms_results), File Buffer Sync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&amp; Schema Isolation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Database Separation with Safe Physical Table Naming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databases are isolated in SQLite via dedicated naming conventions and a central schema catalog.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42900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94560"/>
            <a:ext cx="3063240" cy="4572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DEMO_OPERATIONS_DB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coffee_orders (POS Orders)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bookstore_orders (Sales Invoices)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43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ticket_bookings (Concert Tickets)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74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warehouse_movements (Inventory Logs)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342900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194560"/>
            <a:ext cx="3063240" cy="457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DEMO_RECORDS_DB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283464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coffee_payments (QRIS/EDC Gateways)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bookstore_sales (Cashier Ledgers)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429768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343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ticket_payments (Ticketing Gateways)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502920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5074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inventory_records (Stock Opname Audits)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2011680"/>
            <a:ext cx="342900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194560"/>
            <a:ext cx="306324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RECONCILIATION_DB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283464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2880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_rms_databases &amp; _rms_tables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56616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36118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_rms_modules &amp; _rms_jobs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429768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343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_rms_job_executions &amp; _rms_logs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38160" y="5029200"/>
            <a:ext cx="3063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50749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_rms_reconciliation_results &amp; audit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 Module Creation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Zero-Code Onboarding for New Business Scenarios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enter a human-readable business scenario name (e.g., "Restaurant Orders") and select a template. The platform automatically orchestrates the entire stack in one click.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Name: "Bakery Orders"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Template: Order-to-Payment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07792" y="219456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4952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44952" y="3291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bakery_orders_source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bakery_orders_target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219456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21224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21224" y="3291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 = order_id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tolerance: 0.00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sync: 0 days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60336" y="219456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97496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Job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97496" y="3291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JOB_BAKERY_ORDERS_RECON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 &amp; retry limits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36608" y="2194560"/>
            <a:ext cx="2011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3768" y="2377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73768" y="2743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Sample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73768" y="329184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Populates 8 test records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Run immediately!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Engine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10-Step Processing Sequence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Validate Module Config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07792" y="182880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Physical Tables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44952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Load Source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21224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0336" y="182880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Load Target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97496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36608" y="182880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3768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Normalize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73768" y="2606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84048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Generate Keys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07792" y="384048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44952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Isolate Duplicates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44952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keys flagged ambiguous to prevent false claims.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84064" y="384048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1224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One-to-One Match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21224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1:1 consumption: each target record consumed only once.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60336" y="384048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7496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Compare Attributes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97496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amount tolerance, cut-off date, and status parity.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36608" y="3840480"/>
            <a:ext cx="20116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Commit Results &amp; Stats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73768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and persisted inside database catalog.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Rules &amp; Status Classification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Result Taxonomy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7432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Condition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Interpretation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Required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 match, amount diff &lt;= tolerance, dates match, statuses identical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transaction (100% matched)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for final settlement ledger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AMOUNT_MISMATCH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 match, but absolute nominal difference exceeds tolerance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Discrepancy in monetary value / discount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review for fees/adjustments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DATE_MISMATCH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 match, but transaction dates differ past tolerance 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 cut-off difference across platforms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settlement cut-off window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STATUS_MISMATCH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 match, but operational status differs (e.g. SUCCESS vs FAILED)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Asynchronous state desynchronization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gateway timeout or reversal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Reconciliation key appears multiple times in source or 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posting attempt / ambiguous key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 records to prevent double claim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SOURCE_ONLY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in source system, completely missing in target ledger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Unsettled or abandoned 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target gateway or cancel 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TARGET_ONLY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 in settlement target, absent from operational source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Unmatched charge or orphan credit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orphan transaction log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status marked as PENDING in either system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Awaiting batch settlement or clearing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Re-run reconciliation on next cycle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Orchestration &amp;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Tracking, Step Logs, and Idempotency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Step DAG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assemble ordered execution pipelines: Extract -&gt; Normalize -&gt; Reconcile -&gt; Summarize -&gt; Export.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Locking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execution lock prevents duplicate concurrent runs of the same job to protect data integrity.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Logging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 execution events stream to _rms_execution_logs with INFO, WARN, ERROR, and SUCCESS levels.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&amp; Failure Recovery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434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retry limit and execution timeout thresholds with detailed error stack capture.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Example: Coffee Shop Sales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Scenario Reconciling POS Orders vs Payment Gateway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DEMO_OPERATIONS_DB.coffee_orders  vs  Target: DEMO_RECORDS_DB.coffee_payments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order_date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order_amount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customer_name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Budi Santoso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Rudi Hermawan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Handayani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Gunawan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95.000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Lia Anggraini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0584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order_id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paid_amount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payment_method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EDC_CREDIT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EDC_DEBIT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Rule: order_id = order_id | Comparisons: order_amount = paid_amount, order_date = payment_date, status = status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Execution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Results from Runtime Execution of JOB_COFFEE_SALES_RECON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188720"/>
                <a:gridCol w="1188720"/>
                <a:gridCol w="10058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No / 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Classification 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Nominal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Nominal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Diagnostic Reason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Transaksi cocok sempurna (100% Match)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AMOUNT_MISMATCH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 nominal (order_amount): Rp 75.000 vs Rp 70.000 (Selisih: 5.000)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DATE_MISMATCH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Perbedaan tanggal (order_date): 2026-10-01 vs 2026-10-02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STATUS_MISMATCH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88.000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tidak selaras: COMPLETED vs REFUNDED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transaksi masih menunggu konfirmasi settlement (PENDING)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52.000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kunci pada data sumber (2 record ditemukan dengan 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SOURCE_ONLY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95.000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95.000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 tercatat pada sumber namun tidak ditemukan pada 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CF-202610-011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TARGET_ONLY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-45.000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 terdapat pada target namun tidak ditemukan pada sumber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User Walkthrough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10-Step Operational User Journey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Reconciliation Studio Dashboard &amp; inspect active KPIs.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Navigate to Database Manager to view DEMO_OPERATIONS_DB &amp; DEMO_RECORDS_DB.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Launch Dynamic Table Designer to inspect or customize table schemas.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Explore data rows in Data Explorer: filter, sort, search, or add records.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440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Click "Buat dari Template" in Reconciliation Modules for 1-click provisioning.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Review deterministic comparison rules in Matching Rules engine.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69748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Open Job Designer to visualize the pipeline DAG and execution order.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56616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Click "Run Now" to execute the job via real in-process engine.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43484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Inspect side-by-side transaction differences in Reconciliation Results.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5303520"/>
            <a:ext cx="512064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440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Export compliance-ready CSV reports in Reports &amp; Export.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Benefits &amp; Architecture Value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Readiness &amp; Extensibility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Hardcoded Scenarios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reconciliation engine is completely generic and dynamic. Field mappings, tolerances, and data types are entirely metadata-driven.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Reproducibility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stochastic or probabilistic hallucinations. 100% predictable matching outcomes with exact mathematical audit logs.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Server Dependency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instantly inside Google AI Studio preview via WebAssembly SQLite without mandatory external database provisioning.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023360"/>
            <a:ext cx="51206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 PostgreSQL Path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catalog, SQL DDL generation, and transaction handling are fully compatible with external Cloud SQL PostgreSQL migration.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Production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Technical Boundaries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— Technical Architecture &amp; Overview | Slide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Simulation Mode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Production Enhancement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Storage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In-container SQLite file buffer (data/rms_database.sqlite)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 SQL (Managed PostgreSQL) with auto-scaling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Durability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 timer (requires active server runtime)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 Scheduler &amp; Cloud Tasks worker queue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/ RBAC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simulation access (no login required for demo)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Auth / Google Workspace OAuth with role-based permissions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Ingestion Volume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Optimized for up to tens of thousands of records in memory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Streaming chunked ETL pipeline with distributed worker pods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Alerting &amp; Telemetry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In-app execution history logs and audit 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Monitoring, Slack/Webhook webhooks on reconciliation failures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Configure. Execute. Reconcile. Analyze.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delivers a complete, verifiable foundation for enterprise transaction matching, automated settlement audits, and job orchestration.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Studio v2.5 Enterprise Simulator • Live in Google AI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Reconciliation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Reconciliation Studio Presentation</dc:title>
  <dc:subject>Dynamic Data Reconciliation &amp; Job Management Platform</dc:subject>
  <dc:creator>Reconciliation Studio Team</dc:creator>
  <cp:lastModifiedBy>Reconciliation Studio Team</cp:lastModifiedBy>
  <cp:revision>1</cp:revision>
  <dcterms:created xsi:type="dcterms:W3CDTF">2026-10-11T06:15:30Z</dcterms:created>
  <dcterms:modified xsi:type="dcterms:W3CDTF">2026-10-11T06:15:30Z</dcterms:modified>
</cp:coreProperties>
</file>